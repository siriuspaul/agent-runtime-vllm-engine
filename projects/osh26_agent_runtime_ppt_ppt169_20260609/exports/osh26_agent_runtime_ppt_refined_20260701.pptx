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 type="wide"/>
  <p:notesSz cx="6858000" cy="9144000"/>
  <p:defaultTextStyle>
    <a:defPPr>
      <a:defRPr lang="zh-CN"/>
    </a:def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"/>
</file>

<file path=ppt/viewProps.xml><?xml version="1.0" encoding="utf-8"?>
<p:viewPr xmlns:a="http://schemas.openxmlformats.org/drawingml/2006/main" xmlns:p="http://schemas.openxmlformats.org/presentationml/2006/main">
  <p:normalViewPr/>
  <p:slideViewPr/>
  <p:notesTextViewPr/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sv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sv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sv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sv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5.sv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6.sv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7.sv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8.sv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9.sv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sv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sv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sv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13.sv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14.sv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15.sv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16.sv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17.sv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18.sv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19.sv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image" Target="../media/image20.sv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image" Target="../media/image21.sv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image" Target="../media/image22.sv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image" Target="../media/image23.sv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1_cover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2_endpoint_importance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3_runtime_problem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4_llamacpp_boundary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5_git_roadmap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6_architecture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7_android_lifecycle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8_opencl_failure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9_native_vulkan_failure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0_custom_gpu_runtime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1_memory_architecture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2_kv_cache_os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3_stateless_subagent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4_scheduler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5_q8_prefill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6_decode_gemv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7_lm_head_descriptor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8_context_8k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9_model_residency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0_benchmark_gates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1_comparison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2_action_fabric_link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3_teacher_takeaway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4_closing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SH26 Dark">
  <a:themeElements>
    <a:clrScheme name="OSH26">
      <a:dk1>
        <a:srgbClr val="0B1020"/>
      </a:dk1>
      <a:lt1>
        <a:srgbClr val="F8FAFC"/>
      </a:lt1>
      <a:dk2>
        <a:srgbClr val="111827"/>
      </a:dk2>
      <a:lt2>
        <a:srgbClr val="CBD5E1"/>
      </a:lt2>
      <a:accent1>
        <a:srgbClr val="2563EB"/>
      </a:accent1>
      <a:accent2>
        <a:srgbClr val="22C55E"/>
      </a:accent2>
      <a:accent3>
        <a:srgbClr val="A78BFA"/>
      </a:accent3>
      <a:accent4>
        <a:srgbClr val="EF4444"/>
      </a:accent4>
      <a:accent5>
        <a:srgbClr val="60A5FA"/>
      </a:accent5>
      <a:accent6>
        <a:srgbClr val="64748B"/>
      </a:accent6>
      <a:hlink>
        <a:srgbClr val="60A5FA"/>
      </a:hlink>
      <a:folHlink>
        <a:srgbClr val="A78BFA"/>
      </a:folHlink>
    </a:clrScheme>
    <a:fontScheme name="OSH26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OSH26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24</Slides>
  <Notes>0</Notes>
  <HiddenSlides>0</HiddenSlides>
  <Company>USTC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OSH26 Runtime - Android Agent Runtime</dc:title>
  <dc:creator>OSH26 Runtime Team</dc:creator>
  <cp:lastModifiedBy>Codex</cp:lastModifiedBy>
  <dcterms:created xsi:type="dcterms:W3CDTF">2026-07-01T09:15:29Z</dcterms:created>
  <dcterms:modified xsi:type="dcterms:W3CDTF">2026-07-01T09:15:29Z</dcterms:modified>
</cp:coreProperties>
</file>